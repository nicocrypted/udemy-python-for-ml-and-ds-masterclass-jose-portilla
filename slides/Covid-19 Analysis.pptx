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8be653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8be653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8be65385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a8be6538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Covid-19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Covid 19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ip install plotly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folium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cufflinks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Covid 19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Goals: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Learn how to clean and read in data with pandas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possibilities of Folium plotting library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cufflinks, pandas and plotly for interactive 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Covid 19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Download link in chat!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