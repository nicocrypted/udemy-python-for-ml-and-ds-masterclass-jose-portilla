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dec5bd1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dec5bd1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dec5bd1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6dec5bd1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dec5bd1a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dec5bd1a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dec5bd1a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dec5bd1a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dec5bd1a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dec5bd1a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dec5bd1a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dec5bd1a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6dec5bd1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6dec5bd1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dec5bd1a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dec5bd1a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dec5bd1a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dec5bd1a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dec5bd1a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dec5bd1a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6dec5bd1a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6dec5bd1a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dec5bd1a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6dec5bd1a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python data science library we will learn about is NumPy.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Almost every data science library we learn about in this course is built using NumPy!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this section will cover and why it is important.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Goals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Understand NumPy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arrays with NumPy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Retrieve information from a NumPy array through slicing 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 basic NumPy operations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NumPy skills with exercise questions.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NumPy?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library for creating N-dimensional arrays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to quickly broadcast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linear algebra, statistical distributions,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trigonometric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and random number capabilities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use NumPy?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NumPy structures look similar to standard Python lists, they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much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more efficient!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broadcasting capabilities are also extremely useful for quickly applying functions to our data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Arrays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NumPy arrays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standard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Generating random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some key attributes of NumPy arrays.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Indexing and Selection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NumPy arrays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standard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Generating random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some key attributes of NumPy arrays.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NumPy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key feature of NumPy is its ability to perform arithmetic on large arrays on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element by element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basis.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learn how this works with multiple arrays, as well as how we can apply universal array functions.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Exercise Notebook</a:t>
            </a:r>
            <a:endParaRPr/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Exercise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Walkthrough of Solutions Notebook</a:t>
            </a:r>
            <a:endParaRPr/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